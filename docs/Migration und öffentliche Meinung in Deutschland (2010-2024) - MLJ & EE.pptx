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3" r:id="rId4"/>
    <p:sldId id="275" r:id="rId5"/>
    <p:sldId id="277" r:id="rId6"/>
    <p:sldId id="278" r:id="rId7"/>
    <p:sldId id="279" r:id="rId8"/>
    <p:sldId id="259" r:id="rId9"/>
    <p:sldId id="260" r:id="rId10"/>
    <p:sldId id="280" r:id="rId11"/>
    <p:sldId id="261" r:id="rId12"/>
    <p:sldId id="262" r:id="rId13"/>
    <p:sldId id="263" r:id="rId14"/>
    <p:sldId id="264" r:id="rId15"/>
    <p:sldId id="268" r:id="rId16"/>
    <p:sldId id="265" r:id="rId17"/>
    <p:sldId id="267" r:id="rId18"/>
    <p:sldId id="266" r:id="rId19"/>
    <p:sldId id="281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134E4-FCA0-47ED-8451-9118E22AB1D9}" v="37" dt="2026-01-16T10:21:39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rhan Hamit Eraslan (eeraslan)" userId="89373e34-3c61-4b96-b99a-6036449e3666" providerId="ADAL" clId="{01701385-7B0B-4D79-AE9E-6EA079413C7C}"/>
    <pc:docChg chg="undo custSel addSld modSld">
      <pc:chgData name="Emirhan Hamit Eraslan (eeraslan)" userId="89373e34-3c61-4b96-b99a-6036449e3666" providerId="ADAL" clId="{01701385-7B0B-4D79-AE9E-6EA079413C7C}" dt="2026-01-16T10:28:45.348" v="4126" actId="20577"/>
      <pc:docMkLst>
        <pc:docMk/>
      </pc:docMkLst>
      <pc:sldChg chg="modSp mod">
        <pc:chgData name="Emirhan Hamit Eraslan (eeraslan)" userId="89373e34-3c61-4b96-b99a-6036449e3666" providerId="ADAL" clId="{01701385-7B0B-4D79-AE9E-6EA079413C7C}" dt="2026-01-16T09:06:19.476" v="1597" actId="20577"/>
        <pc:sldMkLst>
          <pc:docMk/>
          <pc:sldMk cId="1198535685" sldId="258"/>
        </pc:sldMkLst>
        <pc:spChg chg="mod">
          <ac:chgData name="Emirhan Hamit Eraslan (eeraslan)" userId="89373e34-3c61-4b96-b99a-6036449e3666" providerId="ADAL" clId="{01701385-7B0B-4D79-AE9E-6EA079413C7C}" dt="2026-01-14T12:12:11.394" v="11" actId="1076"/>
          <ac:spMkLst>
            <pc:docMk/>
            <pc:sldMk cId="1198535685" sldId="258"/>
            <ac:spMk id="2" creationId="{76A9917E-3C48-0DA5-FFC5-82674FB1E112}"/>
          </ac:spMkLst>
        </pc:spChg>
        <pc:spChg chg="mod">
          <ac:chgData name="Emirhan Hamit Eraslan (eeraslan)" userId="89373e34-3c61-4b96-b99a-6036449e3666" providerId="ADAL" clId="{01701385-7B0B-4D79-AE9E-6EA079413C7C}" dt="2026-01-16T09:06:19.476" v="1597" actId="20577"/>
          <ac:spMkLst>
            <pc:docMk/>
            <pc:sldMk cId="1198535685" sldId="258"/>
            <ac:spMk id="3" creationId="{41F82DA4-45BD-6B8D-7CD1-EE192649C594}"/>
          </ac:spMkLst>
        </pc:spChg>
      </pc:sldChg>
      <pc:sldChg chg="modSp new mod">
        <pc:chgData name="Emirhan Hamit Eraslan (eeraslan)" userId="89373e34-3c61-4b96-b99a-6036449e3666" providerId="ADAL" clId="{01701385-7B0B-4D79-AE9E-6EA079413C7C}" dt="2026-01-14T13:37:52.842" v="349" actId="20577"/>
        <pc:sldMkLst>
          <pc:docMk/>
          <pc:sldMk cId="1762183641" sldId="259"/>
        </pc:sldMkLst>
        <pc:spChg chg="mod">
          <ac:chgData name="Emirhan Hamit Eraslan (eeraslan)" userId="89373e34-3c61-4b96-b99a-6036449e3666" providerId="ADAL" clId="{01701385-7B0B-4D79-AE9E-6EA079413C7C}" dt="2026-01-14T12:12:57.478" v="67" actId="20577"/>
          <ac:spMkLst>
            <pc:docMk/>
            <pc:sldMk cId="1762183641" sldId="259"/>
            <ac:spMk id="2" creationId="{9F9CC9E3-BF08-ED32-78E3-C483D8D8F707}"/>
          </ac:spMkLst>
        </pc:spChg>
        <pc:spChg chg="mod">
          <ac:chgData name="Emirhan Hamit Eraslan (eeraslan)" userId="89373e34-3c61-4b96-b99a-6036449e3666" providerId="ADAL" clId="{01701385-7B0B-4D79-AE9E-6EA079413C7C}" dt="2026-01-14T13:37:52.842" v="349" actId="20577"/>
          <ac:spMkLst>
            <pc:docMk/>
            <pc:sldMk cId="1762183641" sldId="259"/>
            <ac:spMk id="3" creationId="{7C095A51-6B90-6F84-5A80-32CFB4543BFC}"/>
          </ac:spMkLst>
        </pc:spChg>
      </pc:sldChg>
      <pc:sldChg chg="addSp delSp modSp new mod setBg">
        <pc:chgData name="Emirhan Hamit Eraslan (eeraslan)" userId="89373e34-3c61-4b96-b99a-6036449e3666" providerId="ADAL" clId="{01701385-7B0B-4D79-AE9E-6EA079413C7C}" dt="2026-01-14T13:54:54.190" v="433" actId="122"/>
        <pc:sldMkLst>
          <pc:docMk/>
          <pc:sldMk cId="483385595" sldId="260"/>
        </pc:sldMkLst>
        <pc:spChg chg="mod">
          <ac:chgData name="Emirhan Hamit Eraslan (eeraslan)" userId="89373e34-3c61-4b96-b99a-6036449e3666" providerId="ADAL" clId="{01701385-7B0B-4D79-AE9E-6EA079413C7C}" dt="2026-01-14T13:54:54.190" v="433" actId="122"/>
          <ac:spMkLst>
            <pc:docMk/>
            <pc:sldMk cId="483385595" sldId="260"/>
            <ac:spMk id="2" creationId="{2BD07E44-9A00-186F-B941-F1B37B1D899D}"/>
          </ac:spMkLst>
        </pc:spChg>
        <pc:spChg chg="mod">
          <ac:chgData name="Emirhan Hamit Eraslan (eeraslan)" userId="89373e34-3c61-4b96-b99a-6036449e3666" providerId="ADAL" clId="{01701385-7B0B-4D79-AE9E-6EA079413C7C}" dt="2026-01-14T13:54:24.638" v="432" actId="26606"/>
          <ac:spMkLst>
            <pc:docMk/>
            <pc:sldMk cId="483385595" sldId="260"/>
            <ac:spMk id="4" creationId="{A5F0006D-6ADD-14CD-16A6-1245798A9826}"/>
          </ac:spMkLst>
        </pc:spChg>
        <pc:picChg chg="add mod">
          <ac:chgData name="Emirhan Hamit Eraslan (eeraslan)" userId="89373e34-3c61-4b96-b99a-6036449e3666" providerId="ADAL" clId="{01701385-7B0B-4D79-AE9E-6EA079413C7C}" dt="2026-01-14T13:54:24.638" v="432" actId="26606"/>
          <ac:picMkLst>
            <pc:docMk/>
            <pc:sldMk cId="483385595" sldId="260"/>
            <ac:picMk id="5" creationId="{D49E5F7E-8EA9-4EB7-336C-C4F27BDE32A6}"/>
          </ac:picMkLst>
        </pc:picChg>
      </pc:sldChg>
      <pc:sldChg chg="addSp delSp modSp new mod">
        <pc:chgData name="Emirhan Hamit Eraslan (eeraslan)" userId="89373e34-3c61-4b96-b99a-6036449e3666" providerId="ADAL" clId="{01701385-7B0B-4D79-AE9E-6EA079413C7C}" dt="2026-01-14T14:26:18.497" v="736" actId="1076"/>
        <pc:sldMkLst>
          <pc:docMk/>
          <pc:sldMk cId="2244814241" sldId="261"/>
        </pc:sldMkLst>
        <pc:spChg chg="mod">
          <ac:chgData name="Emirhan Hamit Eraslan (eeraslan)" userId="89373e34-3c61-4b96-b99a-6036449e3666" providerId="ADAL" clId="{01701385-7B0B-4D79-AE9E-6EA079413C7C}" dt="2026-01-14T14:22:48.296" v="727" actId="1076"/>
          <ac:spMkLst>
            <pc:docMk/>
            <pc:sldMk cId="2244814241" sldId="261"/>
            <ac:spMk id="2" creationId="{881B67F9-FF5E-49EA-19F9-D19723B455EE}"/>
          </ac:spMkLst>
        </pc:spChg>
        <pc:spChg chg="add mod">
          <ac:chgData name="Emirhan Hamit Eraslan (eeraslan)" userId="89373e34-3c61-4b96-b99a-6036449e3666" providerId="ADAL" clId="{01701385-7B0B-4D79-AE9E-6EA079413C7C}" dt="2026-01-14T14:23:57.966" v="729" actId="20577"/>
          <ac:spMkLst>
            <pc:docMk/>
            <pc:sldMk cId="2244814241" sldId="261"/>
            <ac:spMk id="7" creationId="{B2558AF4-A580-99A0-E3AB-B7638CB136BA}"/>
          </ac:spMkLst>
        </pc:spChg>
        <pc:spChg chg="add mod">
          <ac:chgData name="Emirhan Hamit Eraslan (eeraslan)" userId="89373e34-3c61-4b96-b99a-6036449e3666" providerId="ADAL" clId="{01701385-7B0B-4D79-AE9E-6EA079413C7C}" dt="2026-01-14T14:26:18.497" v="736" actId="1076"/>
          <ac:spMkLst>
            <pc:docMk/>
            <pc:sldMk cId="2244814241" sldId="261"/>
            <ac:spMk id="8" creationId="{E38E6F1D-DD49-FF76-682C-CFB2CA8FE46E}"/>
          </ac:spMkLst>
        </pc:spChg>
        <pc:spChg chg="add mod">
          <ac:chgData name="Emirhan Hamit Eraslan (eeraslan)" userId="89373e34-3c61-4b96-b99a-6036449e3666" providerId="ADAL" clId="{01701385-7B0B-4D79-AE9E-6EA079413C7C}" dt="2026-01-14T14:05:54.555" v="722" actId="1076"/>
          <ac:spMkLst>
            <pc:docMk/>
            <pc:sldMk cId="2244814241" sldId="261"/>
            <ac:spMk id="9" creationId="{8C3D9B47-E48C-ACFB-9058-60E93D9AE737}"/>
          </ac:spMkLst>
        </pc:spChg>
        <pc:picChg chg="add mod">
          <ac:chgData name="Emirhan Hamit Eraslan (eeraslan)" userId="89373e34-3c61-4b96-b99a-6036449e3666" providerId="ADAL" clId="{01701385-7B0B-4D79-AE9E-6EA079413C7C}" dt="2026-01-14T14:25:46.494" v="735" actId="1076"/>
          <ac:picMkLst>
            <pc:docMk/>
            <pc:sldMk cId="2244814241" sldId="261"/>
            <ac:picMk id="5" creationId="{B02F5161-43B0-C301-1968-C12125B606CE}"/>
          </ac:picMkLst>
        </pc:picChg>
      </pc:sldChg>
      <pc:sldChg chg="addSp delSp modSp new mod">
        <pc:chgData name="Emirhan Hamit Eraslan (eeraslan)" userId="89373e34-3c61-4b96-b99a-6036449e3666" providerId="ADAL" clId="{01701385-7B0B-4D79-AE9E-6EA079413C7C}" dt="2026-01-14T14:41:26.978" v="1177" actId="1076"/>
        <pc:sldMkLst>
          <pc:docMk/>
          <pc:sldMk cId="4025122325" sldId="262"/>
        </pc:sldMkLst>
        <pc:spChg chg="mod">
          <ac:chgData name="Emirhan Hamit Eraslan (eeraslan)" userId="89373e34-3c61-4b96-b99a-6036449e3666" providerId="ADAL" clId="{01701385-7B0B-4D79-AE9E-6EA079413C7C}" dt="2026-01-14T14:41:26.978" v="1177" actId="1076"/>
          <ac:spMkLst>
            <pc:docMk/>
            <pc:sldMk cId="4025122325" sldId="262"/>
            <ac:spMk id="2" creationId="{D96C249C-9123-9364-3226-7440496A343F}"/>
          </ac:spMkLst>
        </pc:spChg>
        <pc:spChg chg="add mod">
          <ac:chgData name="Emirhan Hamit Eraslan (eeraslan)" userId="89373e34-3c61-4b96-b99a-6036449e3666" providerId="ADAL" clId="{01701385-7B0B-4D79-AE9E-6EA079413C7C}" dt="2026-01-14T14:38:15.273" v="1087" actId="1076"/>
          <ac:spMkLst>
            <pc:docMk/>
            <pc:sldMk cId="4025122325" sldId="262"/>
            <ac:spMk id="7" creationId="{14196510-277D-A295-9F10-A51A3D59D137}"/>
          </ac:spMkLst>
        </pc:spChg>
        <pc:spChg chg="add del mod">
          <ac:chgData name="Emirhan Hamit Eraslan (eeraslan)" userId="89373e34-3c61-4b96-b99a-6036449e3666" providerId="ADAL" clId="{01701385-7B0B-4D79-AE9E-6EA079413C7C}" dt="2026-01-14T14:37:53.045" v="1084" actId="20577"/>
          <ac:spMkLst>
            <pc:docMk/>
            <pc:sldMk cId="4025122325" sldId="262"/>
            <ac:spMk id="8" creationId="{1E149E8C-4C8F-8525-7903-A94290CF1787}"/>
          </ac:spMkLst>
        </pc:spChg>
        <pc:spChg chg="add mod">
          <ac:chgData name="Emirhan Hamit Eraslan (eeraslan)" userId="89373e34-3c61-4b96-b99a-6036449e3666" providerId="ADAL" clId="{01701385-7B0B-4D79-AE9E-6EA079413C7C}" dt="2026-01-14T14:38:23.854" v="1088" actId="1076"/>
          <ac:spMkLst>
            <pc:docMk/>
            <pc:sldMk cId="4025122325" sldId="262"/>
            <ac:spMk id="9" creationId="{521F2307-BA0A-0AAF-EFED-C1231EB81EE9}"/>
          </ac:spMkLst>
        </pc:spChg>
        <pc:picChg chg="add mod">
          <ac:chgData name="Emirhan Hamit Eraslan (eeraslan)" userId="89373e34-3c61-4b96-b99a-6036449e3666" providerId="ADAL" clId="{01701385-7B0B-4D79-AE9E-6EA079413C7C}" dt="2026-01-14T14:41:19.283" v="1176" actId="1076"/>
          <ac:picMkLst>
            <pc:docMk/>
            <pc:sldMk cId="4025122325" sldId="262"/>
            <ac:picMk id="5" creationId="{2B19AE68-4C30-0540-66F6-68936AB7E5DF}"/>
          </ac:picMkLst>
        </pc:picChg>
      </pc:sldChg>
      <pc:sldChg chg="addSp delSp modSp new mod">
        <pc:chgData name="Emirhan Hamit Eraslan (eeraslan)" userId="89373e34-3c61-4b96-b99a-6036449e3666" providerId="ADAL" clId="{01701385-7B0B-4D79-AE9E-6EA079413C7C}" dt="2026-01-16T09:29:09.835" v="2698" actId="1076"/>
        <pc:sldMkLst>
          <pc:docMk/>
          <pc:sldMk cId="343008151" sldId="263"/>
        </pc:sldMkLst>
        <pc:spChg chg="mod">
          <ac:chgData name="Emirhan Hamit Eraslan (eeraslan)" userId="89373e34-3c61-4b96-b99a-6036449e3666" providerId="ADAL" clId="{01701385-7B0B-4D79-AE9E-6EA079413C7C}" dt="2026-01-14T14:41:54.528" v="1178" actId="1076"/>
          <ac:spMkLst>
            <pc:docMk/>
            <pc:sldMk cId="343008151" sldId="263"/>
            <ac:spMk id="2" creationId="{850EF672-2101-5E04-C5CB-E377E9A35E9F}"/>
          </ac:spMkLst>
        </pc:spChg>
        <pc:spChg chg="add mod">
          <ac:chgData name="Emirhan Hamit Eraslan (eeraslan)" userId="89373e34-3c61-4b96-b99a-6036449e3666" providerId="ADAL" clId="{01701385-7B0B-4D79-AE9E-6EA079413C7C}" dt="2026-01-16T09:29:05.741" v="2697" actId="1076"/>
          <ac:spMkLst>
            <pc:docMk/>
            <pc:sldMk cId="343008151" sldId="263"/>
            <ac:spMk id="6" creationId="{3DEB21E0-3678-B250-57B5-5F59ED145AA0}"/>
          </ac:spMkLst>
        </pc:spChg>
        <pc:spChg chg="add mod">
          <ac:chgData name="Emirhan Hamit Eraslan (eeraslan)" userId="89373e34-3c61-4b96-b99a-6036449e3666" providerId="ADAL" clId="{01701385-7B0B-4D79-AE9E-6EA079413C7C}" dt="2026-01-14T14:46:55.521" v="1413" actId="1076"/>
          <ac:spMkLst>
            <pc:docMk/>
            <pc:sldMk cId="343008151" sldId="263"/>
            <ac:spMk id="7" creationId="{D64BA542-C03B-F0BF-3F8F-222CD7235E30}"/>
          </ac:spMkLst>
        </pc:spChg>
        <pc:spChg chg="add mod">
          <ac:chgData name="Emirhan Hamit Eraslan (eeraslan)" userId="89373e34-3c61-4b96-b99a-6036449e3666" providerId="ADAL" clId="{01701385-7B0B-4D79-AE9E-6EA079413C7C}" dt="2026-01-16T09:29:09.835" v="2698" actId="1076"/>
          <ac:spMkLst>
            <pc:docMk/>
            <pc:sldMk cId="343008151" sldId="263"/>
            <ac:spMk id="8" creationId="{7D54CC43-2084-01B8-6076-7C51DF94A01B}"/>
          </ac:spMkLst>
        </pc:spChg>
        <pc:picChg chg="add mod">
          <ac:chgData name="Emirhan Hamit Eraslan (eeraslan)" userId="89373e34-3c61-4b96-b99a-6036449e3666" providerId="ADAL" clId="{01701385-7B0B-4D79-AE9E-6EA079413C7C}" dt="2026-01-16T09:28:57.463" v="2695" actId="1076"/>
          <ac:picMkLst>
            <pc:docMk/>
            <pc:sldMk cId="343008151" sldId="263"/>
            <ac:picMk id="5" creationId="{CBDE9380-64A1-01AF-1DC3-FE684F7D0E88}"/>
          </ac:picMkLst>
        </pc:picChg>
      </pc:sldChg>
      <pc:sldChg chg="addSp delSp modSp new mod">
        <pc:chgData name="Emirhan Hamit Eraslan (eeraslan)" userId="89373e34-3c61-4b96-b99a-6036449e3666" providerId="ADAL" clId="{01701385-7B0B-4D79-AE9E-6EA079413C7C}" dt="2026-01-16T10:26:03.702" v="4016" actId="20577"/>
        <pc:sldMkLst>
          <pc:docMk/>
          <pc:sldMk cId="741916547" sldId="264"/>
        </pc:sldMkLst>
        <pc:spChg chg="mod">
          <ac:chgData name="Emirhan Hamit Eraslan (eeraslan)" userId="89373e34-3c61-4b96-b99a-6036449e3666" providerId="ADAL" clId="{01701385-7B0B-4D79-AE9E-6EA079413C7C}" dt="2026-01-16T09:15:16.468" v="1865" actId="1076"/>
          <ac:spMkLst>
            <pc:docMk/>
            <pc:sldMk cId="741916547" sldId="264"/>
            <ac:spMk id="2" creationId="{8C88B90D-8F8F-EC18-B7DD-64CBD6841D7E}"/>
          </ac:spMkLst>
        </pc:spChg>
        <pc:spChg chg="del">
          <ac:chgData name="Emirhan Hamit Eraslan (eeraslan)" userId="89373e34-3c61-4b96-b99a-6036449e3666" providerId="ADAL" clId="{01701385-7B0B-4D79-AE9E-6EA079413C7C}" dt="2026-01-16T09:10:49.839" v="1699"/>
          <ac:spMkLst>
            <pc:docMk/>
            <pc:sldMk cId="741916547" sldId="264"/>
            <ac:spMk id="3" creationId="{D2263D10-FE8C-6CC0-13BE-EED7C646986B}"/>
          </ac:spMkLst>
        </pc:spChg>
        <pc:spChg chg="add mod">
          <ac:chgData name="Emirhan Hamit Eraslan (eeraslan)" userId="89373e34-3c61-4b96-b99a-6036449e3666" providerId="ADAL" clId="{01701385-7B0B-4D79-AE9E-6EA079413C7C}" dt="2026-01-16T10:26:03.702" v="4016" actId="20577"/>
          <ac:spMkLst>
            <pc:docMk/>
            <pc:sldMk cId="741916547" sldId="264"/>
            <ac:spMk id="6" creationId="{9FB4609C-DD17-BBC3-E935-484C4C425DCF}"/>
          </ac:spMkLst>
        </pc:spChg>
        <pc:picChg chg="add mod">
          <ac:chgData name="Emirhan Hamit Eraslan (eeraslan)" userId="89373e34-3c61-4b96-b99a-6036449e3666" providerId="ADAL" clId="{01701385-7B0B-4D79-AE9E-6EA079413C7C}" dt="2026-01-16T09:22:00.211" v="2085" actId="1076"/>
          <ac:picMkLst>
            <pc:docMk/>
            <pc:sldMk cId="741916547" sldId="264"/>
            <ac:picMk id="5" creationId="{0148ADE6-6939-C0B8-C4E6-82982566C7AF}"/>
          </ac:picMkLst>
        </pc:picChg>
      </pc:sldChg>
      <pc:sldChg chg="modSp new mod">
        <pc:chgData name="Emirhan Hamit Eraslan (eeraslan)" userId="89373e34-3c61-4b96-b99a-6036449e3666" providerId="ADAL" clId="{01701385-7B0B-4D79-AE9E-6EA079413C7C}" dt="2026-01-16T09:26:52.788" v="2454" actId="122"/>
        <pc:sldMkLst>
          <pc:docMk/>
          <pc:sldMk cId="3822280377" sldId="265"/>
        </pc:sldMkLst>
        <pc:spChg chg="mod">
          <ac:chgData name="Emirhan Hamit Eraslan (eeraslan)" userId="89373e34-3c61-4b96-b99a-6036449e3666" providerId="ADAL" clId="{01701385-7B0B-4D79-AE9E-6EA079413C7C}" dt="2026-01-16T09:26:52.788" v="2454" actId="122"/>
          <ac:spMkLst>
            <pc:docMk/>
            <pc:sldMk cId="3822280377" sldId="265"/>
            <ac:spMk id="2" creationId="{FE3F5CBB-7A18-040B-6764-483ABD1F7AFB}"/>
          </ac:spMkLst>
        </pc:spChg>
        <pc:spChg chg="mod">
          <ac:chgData name="Emirhan Hamit Eraslan (eeraslan)" userId="89373e34-3c61-4b96-b99a-6036449e3666" providerId="ADAL" clId="{01701385-7B0B-4D79-AE9E-6EA079413C7C}" dt="2026-01-16T09:26:09.800" v="2447" actId="20577"/>
          <ac:spMkLst>
            <pc:docMk/>
            <pc:sldMk cId="3822280377" sldId="265"/>
            <ac:spMk id="3" creationId="{A0D72724-8ADC-28BB-8337-E8189312051A}"/>
          </ac:spMkLst>
        </pc:spChg>
      </pc:sldChg>
      <pc:sldChg chg="modSp new mod">
        <pc:chgData name="Emirhan Hamit Eraslan (eeraslan)" userId="89373e34-3c61-4b96-b99a-6036449e3666" providerId="ADAL" clId="{01701385-7B0B-4D79-AE9E-6EA079413C7C}" dt="2026-01-16T09:43:37.602" v="3445" actId="20577"/>
        <pc:sldMkLst>
          <pc:docMk/>
          <pc:sldMk cId="3757389705" sldId="266"/>
        </pc:sldMkLst>
        <pc:spChg chg="mod">
          <ac:chgData name="Emirhan Hamit Eraslan (eeraslan)" userId="89373e34-3c61-4b96-b99a-6036449e3666" providerId="ADAL" clId="{01701385-7B0B-4D79-AE9E-6EA079413C7C}" dt="2026-01-16T09:26:56.513" v="2455" actId="122"/>
          <ac:spMkLst>
            <pc:docMk/>
            <pc:sldMk cId="3757389705" sldId="266"/>
            <ac:spMk id="2" creationId="{D3AF53C5-EBF3-7C4C-AF69-AC400E867EC8}"/>
          </ac:spMkLst>
        </pc:spChg>
        <pc:spChg chg="mod">
          <ac:chgData name="Emirhan Hamit Eraslan (eeraslan)" userId="89373e34-3c61-4b96-b99a-6036449e3666" providerId="ADAL" clId="{01701385-7B0B-4D79-AE9E-6EA079413C7C}" dt="2026-01-16T09:43:37.602" v="3445" actId="20577"/>
          <ac:spMkLst>
            <pc:docMk/>
            <pc:sldMk cId="3757389705" sldId="266"/>
            <ac:spMk id="3" creationId="{FAADB3B3-D74E-A2B4-5804-1ACF5A8AF4DE}"/>
          </ac:spMkLst>
        </pc:spChg>
      </pc:sldChg>
      <pc:sldChg chg="modSp new mod">
        <pc:chgData name="Emirhan Hamit Eraslan (eeraslan)" userId="89373e34-3c61-4b96-b99a-6036449e3666" providerId="ADAL" clId="{01701385-7B0B-4D79-AE9E-6EA079413C7C}" dt="2026-01-16T10:28:45.348" v="4126" actId="20577"/>
        <pc:sldMkLst>
          <pc:docMk/>
          <pc:sldMk cId="995733876" sldId="267"/>
        </pc:sldMkLst>
        <pc:spChg chg="mod">
          <ac:chgData name="Emirhan Hamit Eraslan (eeraslan)" userId="89373e34-3c61-4b96-b99a-6036449e3666" providerId="ADAL" clId="{01701385-7B0B-4D79-AE9E-6EA079413C7C}" dt="2026-01-16T09:31:53.991" v="2739" actId="122"/>
          <ac:spMkLst>
            <pc:docMk/>
            <pc:sldMk cId="995733876" sldId="267"/>
            <ac:spMk id="2" creationId="{258709AA-6C2E-18F1-7604-088A418CB1E1}"/>
          </ac:spMkLst>
        </pc:spChg>
        <pc:spChg chg="mod">
          <ac:chgData name="Emirhan Hamit Eraslan (eeraslan)" userId="89373e34-3c61-4b96-b99a-6036449e3666" providerId="ADAL" clId="{01701385-7B0B-4D79-AE9E-6EA079413C7C}" dt="2026-01-16T10:28:45.348" v="4126" actId="20577"/>
          <ac:spMkLst>
            <pc:docMk/>
            <pc:sldMk cId="995733876" sldId="267"/>
            <ac:spMk id="3" creationId="{4C9C722A-DD1F-5B01-3D3A-7ACE1A0714EC}"/>
          </ac:spMkLst>
        </pc:spChg>
      </pc:sldChg>
      <pc:sldChg chg="addSp delSp modSp new mod">
        <pc:chgData name="Emirhan Hamit Eraslan (eeraslan)" userId="89373e34-3c61-4b96-b99a-6036449e3666" providerId="ADAL" clId="{01701385-7B0B-4D79-AE9E-6EA079413C7C}" dt="2026-01-16T10:21:12.031" v="3914" actId="1076"/>
        <pc:sldMkLst>
          <pc:docMk/>
          <pc:sldMk cId="233342505" sldId="268"/>
        </pc:sldMkLst>
        <pc:spChg chg="mod">
          <ac:chgData name="Emirhan Hamit Eraslan (eeraslan)" userId="89373e34-3c61-4b96-b99a-6036449e3666" providerId="ADAL" clId="{01701385-7B0B-4D79-AE9E-6EA079413C7C}" dt="2026-01-16T10:17:17.915" v="3676" actId="1076"/>
          <ac:spMkLst>
            <pc:docMk/>
            <pc:sldMk cId="233342505" sldId="268"/>
            <ac:spMk id="2" creationId="{1A19673A-B986-82A5-AF6C-DA5C3C13F47E}"/>
          </ac:spMkLst>
        </pc:spChg>
        <pc:spChg chg="del">
          <ac:chgData name="Emirhan Hamit Eraslan (eeraslan)" userId="89373e34-3c61-4b96-b99a-6036449e3666" providerId="ADAL" clId="{01701385-7B0B-4D79-AE9E-6EA079413C7C}" dt="2026-01-16T09:57:58.459" v="3552" actId="3680"/>
          <ac:spMkLst>
            <pc:docMk/>
            <pc:sldMk cId="233342505" sldId="268"/>
            <ac:spMk id="3" creationId="{F5B2A5F7-28EB-E524-143A-F3DF21DC26D4}"/>
          </ac:spMkLst>
        </pc:spChg>
        <pc:spChg chg="add mod">
          <ac:chgData name="Emirhan Hamit Eraslan (eeraslan)" userId="89373e34-3c61-4b96-b99a-6036449e3666" providerId="ADAL" clId="{01701385-7B0B-4D79-AE9E-6EA079413C7C}" dt="2026-01-16T10:21:12.031" v="3914" actId="1076"/>
          <ac:spMkLst>
            <pc:docMk/>
            <pc:sldMk cId="233342505" sldId="268"/>
            <ac:spMk id="6" creationId="{69D36166-9CA5-4EDC-F896-74E7327B5A8D}"/>
          </ac:spMkLst>
        </pc:spChg>
        <pc:graphicFrameChg chg="add mod ord modGraphic">
          <ac:chgData name="Emirhan Hamit Eraslan (eeraslan)" userId="89373e34-3c61-4b96-b99a-6036449e3666" providerId="ADAL" clId="{01701385-7B0B-4D79-AE9E-6EA079413C7C}" dt="2026-01-16T10:20:13.164" v="3911" actId="313"/>
          <ac:graphicFrameMkLst>
            <pc:docMk/>
            <pc:sldMk cId="233342505" sldId="268"/>
            <ac:graphicFrameMk id="5" creationId="{09B89DE6-DE24-BE9B-72C7-C3948EB800B2}"/>
          </ac:graphicFrameMkLst>
        </pc:graphicFrameChg>
      </pc:sldChg>
      <pc:sldChg chg="modSp new mod">
        <pc:chgData name="Emirhan Hamit Eraslan (eeraslan)" userId="89373e34-3c61-4b96-b99a-6036449e3666" providerId="ADAL" clId="{01701385-7B0B-4D79-AE9E-6EA079413C7C}" dt="2026-01-16T10:27:55.456" v="4092" actId="20577"/>
        <pc:sldMkLst>
          <pc:docMk/>
          <pc:sldMk cId="139188505" sldId="269"/>
        </pc:sldMkLst>
        <pc:spChg chg="mod">
          <ac:chgData name="Emirhan Hamit Eraslan (eeraslan)" userId="89373e34-3c61-4b96-b99a-6036449e3666" providerId="ADAL" clId="{01701385-7B0B-4D79-AE9E-6EA079413C7C}" dt="2026-01-16T10:21:30.753" v="3916"/>
          <ac:spMkLst>
            <pc:docMk/>
            <pc:sldMk cId="139188505" sldId="269"/>
            <ac:spMk id="2" creationId="{6B42A696-C040-023C-A2B8-76382F8FA8D5}"/>
          </ac:spMkLst>
        </pc:spChg>
        <pc:spChg chg="mod">
          <ac:chgData name="Emirhan Hamit Eraslan (eeraslan)" userId="89373e34-3c61-4b96-b99a-6036449e3666" providerId="ADAL" clId="{01701385-7B0B-4D79-AE9E-6EA079413C7C}" dt="2026-01-16T10:27:55.456" v="4092" actId="20577"/>
          <ac:spMkLst>
            <pc:docMk/>
            <pc:sldMk cId="139188505" sldId="269"/>
            <ac:spMk id="3" creationId="{14AB849E-5506-F252-C118-48DB182A8A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6AF8E-2BEE-41A0-91E3-A3FA736E92A8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98E20-E4E7-47A4-A2D2-39408A482C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2785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33FBAC-2001-F428-D90D-187E94154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72D2BF-3839-0E7B-B9B6-F1151574B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296E96-EF8C-2AE9-6FC1-3A185253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9CEEF6-56B6-53C5-20B3-301501B0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1B10F4-DCE2-9B8C-B910-0D93C3C0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900"/>
            </a:lvl1pPr>
          </a:lstStyle>
          <a:p>
            <a:fld id="{54CE845A-2916-4F5A-B10A-4A839C7CA639}" type="slidenum">
              <a:rPr lang="de-DE" smtClean="0"/>
              <a:pPr/>
              <a:t>‹#›</a:t>
            </a:fld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115386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6BB25-ED1D-1B71-1710-9DB37C22D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36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04A270-C159-AEF2-0636-686F6780F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5FF9-3A85-70E1-A3B1-596F2433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EA2C49-D0E4-A750-3C92-D9AC751A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17D479-6B53-B55F-6A36-D8536559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900"/>
            </a:lvl1pPr>
          </a:lstStyle>
          <a:p>
            <a:fld id="{54CE845A-2916-4F5A-B10A-4A839C7CA639}" type="slidenum">
              <a:rPr lang="de-DE" smtClean="0"/>
              <a:pPr/>
              <a:t>‹#›</a:t>
            </a:fld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130352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F567E5-F674-020B-A489-6AC264CDB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4EB5AC-EB8F-2102-3B5E-27DBDB7BC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5FF9A6-65DE-7AC7-0EFA-35D8C22D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3D7009-A760-83C7-63A2-58388D24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308FFF-617F-D6A6-AA0E-9A8409CD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96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6B384B-4B5A-0E4A-B8DA-14B2D75B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827E14-A51C-AC0E-59E3-A8A071919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7D62D7-0918-29E5-8FE1-7F3855BA7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7F1B30-2AE3-C071-1663-55CB7B36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6A8E08-66B1-3BCC-F888-5FD0A5A99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EBDD2F-8E84-1068-A9C0-CC453CFB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458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D117D-4FE1-CCD8-B34A-0DE0E642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E86799-E9C6-03A0-4EA8-DD2E4986A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BBEDE8-B59B-7775-E06B-5CCCADD26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A429D8-04EB-F71B-9C4C-60028C57B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63A524-92A6-55F9-60E9-26218D44A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0AFAAE9-200E-455E-DEE8-26DF8B9B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0CABE09-7F5D-680D-9775-D378BEF9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5EB4388-4E7C-3644-2E48-05091D22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59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6FD50D-7275-3399-1EB0-63608B99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D7C65E-BB24-C964-02CF-18BE3CF5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BF9824-27F3-E6D5-1780-30BFE672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3C8953-51D3-A8F0-07DE-6D691872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601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875050D-4EAA-55AE-1F77-793F19A7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DA3242-4529-FB76-75B5-179BA1ED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0AE255-49B6-E50C-E58F-02B22DB4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922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B452D2-D9FE-1934-1D73-2990C7D6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49FCF-CBC5-C53A-D7DF-513A83331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3BD8CF-D8EE-C893-A90F-C668F4B90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2018A4-A9C1-EB4F-94EB-B8B4AD70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F30BB3-F8FB-EA65-DAD8-5D1DC21F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1339EC-7F8A-6D1F-A7CF-ACC5538E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343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503041-17B4-4413-5BD5-C544AE0A1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59B9759-4CB0-B3A3-D6E5-B3A16336B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45B1A3-6EE9-B6B0-5F94-222044495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51E14A-2FBF-D120-C0F1-41C7A589D8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81675D-0AB0-8EF0-F50C-741AFCEBE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9F7D17-B1BD-5E6F-C9FA-D200A039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90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D2CC-F668-ED0B-CE8D-0F92B5D5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4EFC3F1-25EB-DCFE-EE68-122410921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09280E-00AE-B752-AF51-411808C1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D73EB-C3FA-14EE-3752-EBDE77FE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898060-FBCA-F2E4-AD01-22EC6123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81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8D3855F-431F-5269-A9F1-B10E523D9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1D5EB7F-F2A7-68CE-D410-05DB6AA2F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F973DC-5215-9E2F-6581-13A1285E34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7461D9-EC9F-B9F5-4CBD-C32ECBDF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CF0686-3E78-E49F-7EA3-1C4F2233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E845A-2916-4F5A-B10A-4A839C7CA6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20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4052A2-F9BF-3368-0450-C9DDBBDF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FF9F2B-757A-C725-07E5-A5C17AA50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4D3A82E-B9EB-D04C-66E6-2CFE584224C3}"/>
              </a:ext>
            </a:extLst>
          </p:cNvPr>
          <p:cNvCxnSpPr/>
          <p:nvPr userDrawn="1"/>
        </p:nvCxnSpPr>
        <p:spPr>
          <a:xfrm>
            <a:off x="0" y="6188353"/>
            <a:ext cx="12192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F3DF967A-B0BA-E736-A7BD-F51E6A63337C}"/>
              </a:ext>
            </a:extLst>
          </p:cNvPr>
          <p:cNvSpPr txBox="1"/>
          <p:nvPr userDrawn="1"/>
        </p:nvSpPr>
        <p:spPr>
          <a:xfrm>
            <a:off x="2702740" y="6315502"/>
            <a:ext cx="61456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DIS08 Datenmodellierung &amp; DIS16b Projektmanagement | Team 7 Jäger &amp; Eraslan | WiSe 2025/26</a:t>
            </a:r>
          </a:p>
        </p:txBody>
      </p:sp>
      <p:pic>
        <p:nvPicPr>
          <p:cNvPr id="11" name="Grafik 10" descr="Ein Bild, das Schrift, Tex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30987A92-E119-DB60-6E44-05B4AF374EE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249" y="6221564"/>
            <a:ext cx="764715" cy="63726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0A3D4FB-0448-EEAF-35B5-6FC9965E8E2E}"/>
              </a:ext>
            </a:extLst>
          </p:cNvPr>
          <p:cNvSpPr txBox="1"/>
          <p:nvPr userDrawn="1"/>
        </p:nvSpPr>
        <p:spPr>
          <a:xfrm>
            <a:off x="314036" y="6315505"/>
            <a:ext cx="13485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19.01.2026</a:t>
            </a:r>
          </a:p>
        </p:txBody>
      </p:sp>
    </p:spTree>
    <p:extLst>
      <p:ext uri="{BB962C8B-B14F-4D97-AF65-F5344CB8AC3E}">
        <p14:creationId xmlns:p14="http://schemas.microsoft.com/office/powerpoint/2010/main" val="320377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6800" algn="l" defTabSz="914400" rtl="0" eaLnBrk="1" latinLnBrk="0" hangingPunct="1">
        <a:lnSpc>
          <a:spcPct val="114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6800" algn="l" defTabSz="914400" rtl="0" eaLnBrk="1" latinLnBrk="0" hangingPunct="1">
        <a:lnSpc>
          <a:spcPct val="114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6800" algn="l" defTabSz="914400" rtl="0" eaLnBrk="1" latinLnBrk="0" hangingPunct="1">
        <a:lnSpc>
          <a:spcPct val="114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6800" algn="l" defTabSz="914400" rtl="0" eaLnBrk="1" latinLnBrk="0" hangingPunct="1">
        <a:lnSpc>
          <a:spcPct val="114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6800" algn="l" defTabSz="914400" rtl="0" eaLnBrk="1" latinLnBrk="0" hangingPunct="1">
        <a:lnSpc>
          <a:spcPct val="114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ximilianLJ/DIS08-25-Team-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9D58A-CCE1-1D8C-7619-19CC9D6A5D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Migration und öffentliche Meinung in Deutschland (2010-2024)</a:t>
            </a:r>
            <a:br>
              <a:rPr lang="de-DE" sz="4000" b="1" dirty="0"/>
            </a:br>
            <a:endParaRPr lang="de-DE" sz="4000" b="1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6B4260-549E-E1B8-B4FD-FA5A702C84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von Team 7</a:t>
            </a:r>
          </a:p>
          <a:p>
            <a:r>
              <a:rPr lang="de-DE" dirty="0"/>
              <a:t>Maximilian Jäger &amp; Emirhan Eraslan</a:t>
            </a:r>
          </a:p>
          <a:p>
            <a:r>
              <a:rPr lang="de-DE" sz="1400" dirty="0"/>
              <a:t>Technische Hochschule Köln Fakultät für Informations- und Kommunikationswissenschaften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259F60-27F8-420B-F4FD-62ADB0AB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6158"/>
            <a:ext cx="639745" cy="365125"/>
          </a:xfrm>
        </p:spPr>
        <p:txBody>
          <a:bodyPr/>
          <a:lstStyle/>
          <a:p>
            <a:fld id="{54CE845A-2916-4F5A-B10A-4A839C7CA639}" type="slidenum">
              <a:rPr lang="de-DE" sz="1100" smtClean="0"/>
              <a:t>1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3579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3A0692-E948-1B21-2A69-B55A3F668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de-DE" sz="4000" dirty="0"/>
              <a:t>Motivation &amp; Hintergrund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748EF5-B241-E149-D143-CAEFA8941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6" y="1690688"/>
            <a:ext cx="11501284" cy="4351338"/>
          </a:xfrm>
        </p:spPr>
        <p:txBody>
          <a:bodyPr lIns="720000">
            <a:normAutofit/>
          </a:bodyPr>
          <a:lstStyle/>
          <a:p>
            <a:pPr mar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2400" dirty="0"/>
              <a:t>Migration ist ein zentrales Thema in Politik und Gesellschaft</a:t>
            </a:r>
          </a:p>
          <a:p>
            <a:pPr marL="0">
              <a:spcBef>
                <a:spcPts val="0"/>
              </a:spcBef>
            </a:pPr>
            <a:r>
              <a:rPr lang="de-DE" sz="2400" dirty="0"/>
              <a:t>Starker Anstieg öffentlicher Aufmerksamkeit seit 2015</a:t>
            </a:r>
          </a:p>
          <a:p>
            <a:pPr marL="0">
              <a:spcBef>
                <a:spcPts val="0"/>
              </a:spcBef>
            </a:pPr>
            <a:r>
              <a:rPr lang="de-DE" sz="2400" dirty="0"/>
              <a:t>Öffentliche Wahrnehmung wird maßgeblich durch Medien und politische Debatten geprägt</a:t>
            </a:r>
            <a:endParaRPr lang="de-DE" sz="2400" u="sng" dirty="0"/>
          </a:p>
          <a:p>
            <a:pPr marL="0" indent="0" algn="ctr">
              <a:spcBef>
                <a:spcPts val="0"/>
              </a:spcBef>
              <a:buNone/>
            </a:pPr>
            <a:r>
              <a:rPr lang="de-DE" sz="2800" u="sng" dirty="0"/>
              <a:t>Unser Ziel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2400" dirty="0"/>
              <a:t>Vergleich objektiver Migrationsdaten mit öffentlicher Besorgnis und Online-Aufmerksamkeit</a:t>
            </a:r>
          </a:p>
          <a:p>
            <a:pPr marL="0" indent="0" algn="ctr">
              <a:spcBef>
                <a:spcPts val="0"/>
              </a:spcBef>
              <a:buNone/>
            </a:pPr>
            <a:endParaRPr lang="de-DE" sz="2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FBF655-8459-AE1E-7B1E-7E0A8E2A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777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06CE-3674-2A44-6012-0233B1D5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Arbeitsweise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5B095-0919-1935-19DF-C3FA6E83F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800" indent="0" algn="ctr">
              <a:buNone/>
            </a:pPr>
            <a:r>
              <a:rPr lang="de-DE" sz="2800" u="sng" dirty="0"/>
              <a:t>Unsere Gruppe</a:t>
            </a:r>
          </a:p>
          <a:p>
            <a:r>
              <a:rPr lang="de-DE" sz="2400" dirty="0"/>
              <a:t>Bewusst eine </a:t>
            </a:r>
            <a:r>
              <a:rPr lang="de-DE" sz="2400" b="1" dirty="0"/>
              <a:t>Zweipersonengruppe</a:t>
            </a:r>
          </a:p>
          <a:p>
            <a:r>
              <a:rPr lang="de-DE" sz="2400" dirty="0"/>
              <a:t>Kurze </a:t>
            </a:r>
            <a:r>
              <a:rPr lang="de-DE" sz="2400" b="1" dirty="0"/>
              <a:t>Entscheidungswege</a:t>
            </a:r>
          </a:p>
          <a:p>
            <a:r>
              <a:rPr lang="de-DE" sz="2400" b="1" dirty="0"/>
              <a:t>Flexibilität</a:t>
            </a:r>
          </a:p>
          <a:p>
            <a:pPr marL="1800" indent="0" algn="ctr">
              <a:buNone/>
            </a:pPr>
            <a:r>
              <a:rPr lang="de-DE" sz="2800" u="sng" dirty="0"/>
              <a:t>Methoden</a:t>
            </a:r>
            <a:endParaRPr lang="de-DE" u="sng" dirty="0"/>
          </a:p>
          <a:p>
            <a:r>
              <a:rPr lang="de-DE" sz="2400" dirty="0"/>
              <a:t>Weekly </a:t>
            </a:r>
            <a:r>
              <a:rPr lang="de-DE" sz="2400" b="1" dirty="0" err="1"/>
              <a:t>Planning</a:t>
            </a:r>
            <a:r>
              <a:rPr lang="de-DE" sz="2400" dirty="0"/>
              <a:t> &amp; </a:t>
            </a:r>
            <a:r>
              <a:rPr lang="de-DE" sz="2400" b="1" dirty="0"/>
              <a:t>Review</a:t>
            </a:r>
          </a:p>
          <a:p>
            <a:r>
              <a:rPr lang="de-DE" sz="2400" dirty="0"/>
              <a:t>Angelehnt ans „</a:t>
            </a:r>
            <a:r>
              <a:rPr lang="de-DE" sz="2400" b="1" dirty="0"/>
              <a:t>Kanban Board</a:t>
            </a:r>
            <a:r>
              <a:rPr lang="de-DE" sz="2400" dirty="0"/>
              <a:t>“ </a:t>
            </a: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60E68-2CBF-4CEE-5C54-4ECE7274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700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5E48-C7F3-E0CE-67BF-A53A1BAB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Exemplarisches Beispiel unseres Kanban Boards</a:t>
            </a:r>
          </a:p>
        </p:txBody>
      </p:sp>
      <p:pic>
        <p:nvPicPr>
          <p:cNvPr id="6" name="Content Placeholder 5" descr="A group of yellow post-it notes&#10;&#10;AI-generated content may be incorrect.">
            <a:extLst>
              <a:ext uri="{FF2B5EF4-FFF2-40B4-BE49-F238E27FC236}">
                <a16:creationId xmlns:a16="http://schemas.microsoft.com/office/drawing/2014/main" id="{639F22FE-BDC0-C946-4ED1-6E61633AF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1711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AC096-B8EC-DA55-4DDB-6CCDBB96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823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EC176-146D-0310-7EA5-9C058478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4000" dirty="0"/>
              <a:t>Vorteile &amp; Herausforderungen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E90D6-0B21-63E3-8FB6-F4C1B3F44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DE" sz="3200" b="0" u="sng" dirty="0"/>
              <a:t>Vorteile</a:t>
            </a:r>
            <a:endParaRPr lang="de-DE" b="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E8650-5835-CA9F-A2C6-D1B42E2E86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sz="2400" dirty="0"/>
              <a:t>Schnelle Abstimmung</a:t>
            </a:r>
          </a:p>
          <a:p>
            <a:r>
              <a:rPr lang="de-DE" sz="2400" dirty="0"/>
              <a:t>Extrem Flexibel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2972D-8DB0-8274-6BEF-83F59BAF2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200" b="0" u="sng" dirty="0"/>
              <a:t>Herausforderungen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52048-957D-D450-14B7-BF48265F57F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Arbeitsvolumen </a:t>
            </a:r>
          </a:p>
          <a:p>
            <a:r>
              <a:rPr lang="de-DE" sz="2400" dirty="0"/>
              <a:t>Ausfallrisiko</a:t>
            </a:r>
          </a:p>
          <a:p>
            <a:r>
              <a:rPr lang="de-DE" sz="2400" dirty="0"/>
              <a:t>Rollenverteilung</a:t>
            </a:r>
          </a:p>
          <a:p>
            <a:r>
              <a:rPr lang="de-DE" sz="2400" dirty="0"/>
              <a:t>Diversität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EABC8-20FF-53B1-F0FA-BB214400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4CE845A-2916-4F5A-B10A-4A839C7CA639}" type="slidenum">
              <a:rPr lang="de-DE" sz="900" smtClean="0"/>
              <a:pPr algn="ctr"/>
              <a:t>5</a:t>
            </a:fld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799914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E802-5B06-29D1-2D1D-04320098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Learnings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542B-712D-22B2-2C22-49A40E2A2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/>
              <a:t>Höheres Risiko - „</a:t>
            </a:r>
            <a:r>
              <a:rPr lang="de-DE" sz="2400" dirty="0" err="1"/>
              <a:t>Make</a:t>
            </a:r>
            <a:r>
              <a:rPr lang="de-DE" sz="2400" dirty="0"/>
              <a:t> </a:t>
            </a:r>
            <a:r>
              <a:rPr lang="de-DE" sz="2400" dirty="0" err="1"/>
              <a:t>or</a:t>
            </a:r>
            <a:r>
              <a:rPr lang="de-DE" sz="2400" dirty="0"/>
              <a:t> Break“</a:t>
            </a:r>
          </a:p>
          <a:p>
            <a:r>
              <a:rPr lang="de-DE" sz="2400" dirty="0"/>
              <a:t>Erhöhte Wichtigkeit direkter Kommunikation</a:t>
            </a:r>
          </a:p>
          <a:p>
            <a:r>
              <a:rPr lang="de-DE" sz="2400" dirty="0"/>
              <a:t>Schwierigkeiten durch unklare Rollenverteilung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19B0F-FBE7-BE83-D2E4-4EC7AB64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144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8CCE2-D26B-9E22-8CA6-E4C3017E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dirty="0"/>
              <a:t>Forschungsfragen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521C-9056-0EB0-3B69-93AF9B470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0" indent="0">
              <a:buNone/>
            </a:pPr>
            <a:r>
              <a:rPr lang="de-DE" sz="2400" u="sng" dirty="0"/>
              <a:t>RQ1</a:t>
            </a:r>
            <a:r>
              <a:rPr lang="de-DE" sz="2400" dirty="0"/>
              <a:t>: Wie hat sich die </a:t>
            </a:r>
            <a:r>
              <a:rPr lang="de-DE" sz="2400" b="1" dirty="0"/>
              <a:t>Nettomigration</a:t>
            </a:r>
            <a:r>
              <a:rPr lang="de-DE" sz="2400" dirty="0"/>
              <a:t> in Deutschland zwischen 2014 und 2024 entwickelt?</a:t>
            </a:r>
          </a:p>
          <a:p>
            <a:pPr marL="1800" indent="0">
              <a:buNone/>
            </a:pPr>
            <a:r>
              <a:rPr lang="de-DE" sz="2400" u="sng" dirty="0"/>
              <a:t>RQ2</a:t>
            </a:r>
            <a:r>
              <a:rPr lang="de-DE" sz="2400" dirty="0"/>
              <a:t>: Wie hat sich die öffentliche </a:t>
            </a:r>
            <a:r>
              <a:rPr lang="de-DE" sz="2400" b="1" dirty="0"/>
              <a:t>Besorgnis</a:t>
            </a:r>
            <a:r>
              <a:rPr lang="de-DE" sz="2400" dirty="0"/>
              <a:t> über Migration in diesem Zeitraum verändert?</a:t>
            </a:r>
          </a:p>
          <a:p>
            <a:pPr marL="1800" indent="0">
              <a:buNone/>
            </a:pPr>
            <a:r>
              <a:rPr lang="de-DE" sz="2400" u="sng" dirty="0"/>
              <a:t>RQ3</a:t>
            </a:r>
            <a:r>
              <a:rPr lang="de-DE" sz="2400" dirty="0"/>
              <a:t>: Besteht ein statistischer </a:t>
            </a:r>
            <a:r>
              <a:rPr lang="de-DE" sz="2400" b="1" dirty="0"/>
              <a:t>Zusammenhang</a:t>
            </a:r>
            <a:r>
              <a:rPr lang="de-DE" sz="2400" dirty="0"/>
              <a:t> zwischen </a:t>
            </a:r>
            <a:r>
              <a:rPr lang="de-DE" sz="2400" b="1" dirty="0"/>
              <a:t>Nettomigration</a:t>
            </a:r>
            <a:r>
              <a:rPr lang="de-DE" sz="2400" dirty="0"/>
              <a:t> und öffentlicher </a:t>
            </a:r>
            <a:r>
              <a:rPr lang="de-DE" sz="2400" b="1" dirty="0"/>
              <a:t>Besorgnis</a:t>
            </a:r>
            <a:r>
              <a:rPr lang="de-DE" sz="2400" dirty="0"/>
              <a:t>?</a:t>
            </a:r>
          </a:p>
          <a:p>
            <a:pPr marL="1800" indent="0">
              <a:buNone/>
            </a:pPr>
            <a:r>
              <a:rPr lang="de-DE" sz="2400" u="sng" dirty="0"/>
              <a:t>RQ4</a:t>
            </a:r>
            <a:r>
              <a:rPr lang="de-DE" sz="2400" dirty="0"/>
              <a:t>: In welchem Zusammenhang steht die </a:t>
            </a:r>
            <a:r>
              <a:rPr lang="de-DE" sz="2400" b="1" dirty="0"/>
              <a:t>Online-Aufmerksamkeit</a:t>
            </a:r>
            <a:r>
              <a:rPr lang="de-DE" sz="2400" dirty="0"/>
              <a:t> für Migrationsthemen mit der </a:t>
            </a:r>
            <a:r>
              <a:rPr lang="de-DE" sz="2400" b="1" dirty="0"/>
              <a:t>öffentlichen Besorgnis</a:t>
            </a:r>
            <a:r>
              <a:rPr lang="de-DE" sz="2400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285DB-32BF-7153-8EB3-15AE47F7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4175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CC9E3-BF08-ED32-78E3-C483D8D8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Daten &amp; Datenquellen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095A51-6B90-6F84-5A80-32CFB4543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u="sng" dirty="0"/>
              <a:t>Eurostat</a:t>
            </a:r>
            <a:r>
              <a:rPr lang="de-DE" sz="2400" dirty="0"/>
              <a:t>: Jährliche Daten zur </a:t>
            </a:r>
            <a:r>
              <a:rPr lang="de-DE" sz="2400" b="1" dirty="0"/>
              <a:t>Nettomigration</a:t>
            </a:r>
            <a:r>
              <a:rPr lang="de-DE" sz="2400" dirty="0"/>
              <a:t> in Deutschland (2010–2024)</a:t>
            </a:r>
          </a:p>
          <a:p>
            <a:r>
              <a:rPr lang="de-DE" sz="2400" u="sng" dirty="0"/>
              <a:t>Eurobarometer</a:t>
            </a:r>
            <a:r>
              <a:rPr lang="de-DE" sz="2400" dirty="0"/>
              <a:t>: Bevölkerungsumfragen zur öffentlichen </a:t>
            </a:r>
            <a:r>
              <a:rPr lang="de-DE" sz="2400" b="1" dirty="0"/>
              <a:t>Besorgnis</a:t>
            </a:r>
            <a:r>
              <a:rPr lang="de-DE" sz="2400" dirty="0"/>
              <a:t> über Migration</a:t>
            </a:r>
          </a:p>
          <a:p>
            <a:r>
              <a:rPr lang="de-DE" sz="2400" u="sng" dirty="0"/>
              <a:t>Google Trends</a:t>
            </a:r>
            <a:r>
              <a:rPr lang="de-DE" sz="2400" dirty="0"/>
              <a:t>: </a:t>
            </a:r>
            <a:r>
              <a:rPr lang="de-DE" sz="2400" b="1" dirty="0"/>
              <a:t>Suchinteresse</a:t>
            </a:r>
            <a:r>
              <a:rPr lang="de-DE" sz="2400" dirty="0"/>
              <a:t> zu migrationsbezogenen Begriffen (z. B. „Migration“ &amp; „Flüchtlinge“) als Proxy für Online-Aufmerksamkeit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EC5347-4B5D-3EEB-840A-E40BAAFF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218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49E5F7E-8EA9-4EB7-336C-C4F27BDE3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926" y="477013"/>
            <a:ext cx="10422147" cy="568480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BD07E44-9A00-186F-B941-F1B37B1D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4000" dirty="0"/>
              <a:t>Datenanreicherung &amp; Pipeline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F0006D-6ADD-14CD-16A6-1245798A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338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B873-D4B6-F7EE-3B29-38FDC51B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Blick ins Dataset</a:t>
            </a:r>
          </a:p>
        </p:txBody>
      </p:sp>
      <p:pic>
        <p:nvPicPr>
          <p:cNvPr id="6" name="Content Placeholder 5" descr="A screen shot of a black board&#10;&#10;AI-generated content may be incorrect.">
            <a:extLst>
              <a:ext uri="{FF2B5EF4-FFF2-40B4-BE49-F238E27FC236}">
                <a16:creationId xmlns:a16="http://schemas.microsoft.com/office/drawing/2014/main" id="{31D66656-E380-BC3D-1212-CC7A4541F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362" y="2084777"/>
            <a:ext cx="11084879" cy="29512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91BAB-E447-29BC-B2EA-94ECA17A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95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B67F9-FF5E-49EA-19F9-D19723B45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60" y="-209884"/>
            <a:ext cx="10515600" cy="1325563"/>
          </a:xfrm>
        </p:spPr>
        <p:txBody>
          <a:bodyPr/>
          <a:lstStyle/>
          <a:p>
            <a:pPr algn="ctr"/>
            <a:r>
              <a:rPr lang="de-DE" dirty="0"/>
              <a:t>Ergebnisse RQ1: Nettomigration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02F5161-43B0-C301-1968-C12125B60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534" y="798226"/>
            <a:ext cx="8747063" cy="4354612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6ADFC7-E531-CB91-DF11-9E3E236D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11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2558AF4-A580-99A0-E3AB-B7638CB136BA}"/>
              </a:ext>
            </a:extLst>
          </p:cNvPr>
          <p:cNvSpPr txBox="1"/>
          <p:nvPr/>
        </p:nvSpPr>
        <p:spPr>
          <a:xfrm>
            <a:off x="334298" y="5251161"/>
            <a:ext cx="3519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Deutlicher Anstieg bis Mitte der 2010er Jahre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38E6F1D-DD49-FF76-682C-CFB2CA8FE46E}"/>
              </a:ext>
            </a:extLst>
          </p:cNvPr>
          <p:cNvSpPr txBox="1"/>
          <p:nvPr/>
        </p:nvSpPr>
        <p:spPr>
          <a:xfrm>
            <a:off x="4245418" y="5267850"/>
            <a:ext cx="3015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Ausgeprägter Höchstwert um das Jahr 2015</a:t>
            </a:r>
          </a:p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C3D9B47-E48C-ACFB-9058-60E93D9AE737}"/>
              </a:ext>
            </a:extLst>
          </p:cNvPr>
          <p:cNvSpPr txBox="1"/>
          <p:nvPr/>
        </p:nvSpPr>
        <p:spPr>
          <a:xfrm>
            <a:off x="7986586" y="5251161"/>
            <a:ext cx="358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Rückgang in den Folgejahren, erneuter Anstieg ab 2022</a:t>
            </a:r>
          </a:p>
        </p:txBody>
      </p:sp>
    </p:spTree>
    <p:extLst>
      <p:ext uri="{BB962C8B-B14F-4D97-AF65-F5344CB8AC3E}">
        <p14:creationId xmlns:p14="http://schemas.microsoft.com/office/powerpoint/2010/main" val="2244814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C249C-9123-9364-3226-7440496A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0716"/>
            <a:ext cx="12192000" cy="1325563"/>
          </a:xfrm>
        </p:spPr>
        <p:txBody>
          <a:bodyPr/>
          <a:lstStyle/>
          <a:p>
            <a:pPr algn="ctr"/>
            <a:r>
              <a:rPr lang="de-DE" dirty="0"/>
              <a:t>Ergebnisse RQ2: Öffentliche Besorgnis über Migration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B19AE68-4C30-0540-66F6-68936AB7E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0742" y="672107"/>
            <a:ext cx="9570516" cy="472403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0B5B8F-998E-843A-8881-F7A76584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12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196510-277D-A295-9F10-A51A3D59D137}"/>
              </a:ext>
            </a:extLst>
          </p:cNvPr>
          <p:cNvSpPr txBox="1"/>
          <p:nvPr/>
        </p:nvSpPr>
        <p:spPr>
          <a:xfrm>
            <a:off x="876258" y="5262563"/>
            <a:ext cx="293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Deutliche Schwankungen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E149E8C-4C8F-8525-7903-A94290CF1787}"/>
              </a:ext>
            </a:extLst>
          </p:cNvPr>
          <p:cNvSpPr txBox="1"/>
          <p:nvPr/>
        </p:nvSpPr>
        <p:spPr>
          <a:xfrm>
            <a:off x="4401546" y="5300444"/>
            <a:ext cx="2890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Markanter Höchstwert um das Jahr 2015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21F2307-BA0A-0AAF-EFED-C1231EB81EE9}"/>
              </a:ext>
            </a:extLst>
          </p:cNvPr>
          <p:cNvSpPr txBox="1"/>
          <p:nvPr/>
        </p:nvSpPr>
        <p:spPr>
          <a:xfrm>
            <a:off x="8118987" y="5262563"/>
            <a:ext cx="2890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Rückgang &amp; erneuter Anstieg ab 2023</a:t>
            </a:r>
          </a:p>
        </p:txBody>
      </p:sp>
    </p:spTree>
    <p:extLst>
      <p:ext uri="{BB962C8B-B14F-4D97-AF65-F5344CB8AC3E}">
        <p14:creationId xmlns:p14="http://schemas.microsoft.com/office/powerpoint/2010/main" val="4025122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0EF672-2101-5E04-C5CB-E377E9A3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5208"/>
            <a:ext cx="12192000" cy="1325563"/>
          </a:xfrm>
        </p:spPr>
        <p:txBody>
          <a:bodyPr/>
          <a:lstStyle/>
          <a:p>
            <a:pPr algn="ctr"/>
            <a:r>
              <a:rPr lang="de-DE" dirty="0"/>
              <a:t>Ergebnisse RQ3: Der Zusammenhang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BDE9380-64A1-01AF-1DC3-FE684F7D0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7158" y="785285"/>
            <a:ext cx="9497683" cy="469128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1B7FF0-A5C9-42AC-BD07-35F7E380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13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DEB21E0-3678-B250-57B5-5F59ED145AA0}"/>
              </a:ext>
            </a:extLst>
          </p:cNvPr>
          <p:cNvSpPr txBox="1"/>
          <p:nvPr/>
        </p:nvSpPr>
        <p:spPr>
          <a:xfrm>
            <a:off x="0" y="5476566"/>
            <a:ext cx="52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Kein durchgehender linearer Zusammenhang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64BA542-C03B-F0BF-3F8F-222CD7235E30}"/>
              </a:ext>
            </a:extLst>
          </p:cNvPr>
          <p:cNvSpPr txBox="1"/>
          <p:nvPr/>
        </p:nvSpPr>
        <p:spPr>
          <a:xfrm>
            <a:off x="4798142" y="5476567"/>
            <a:ext cx="4227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Hohe Besorgnis tritt nicht ausschließlich bei hohen Migrationsraten auf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54CC43-2084-01B8-6076-7C51DF94A01B}"/>
              </a:ext>
            </a:extLst>
          </p:cNvPr>
          <p:cNvSpPr txBox="1"/>
          <p:nvPr/>
        </p:nvSpPr>
        <p:spPr>
          <a:xfrm>
            <a:off x="9216174" y="5476565"/>
            <a:ext cx="2821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Einzelne Ausreißerjahre prägen den Eindruck</a:t>
            </a:r>
          </a:p>
        </p:txBody>
      </p:sp>
    </p:spTree>
    <p:extLst>
      <p:ext uri="{BB962C8B-B14F-4D97-AF65-F5344CB8AC3E}">
        <p14:creationId xmlns:p14="http://schemas.microsoft.com/office/powerpoint/2010/main" val="343008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88B90D-8F8F-EC18-B7DD-64CBD684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8" y="-412939"/>
            <a:ext cx="12074012" cy="1325563"/>
          </a:xfrm>
        </p:spPr>
        <p:txBody>
          <a:bodyPr/>
          <a:lstStyle/>
          <a:p>
            <a:r>
              <a:rPr lang="de-DE" dirty="0"/>
              <a:t>Ergebnisse RQ4: Online Interesse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148ADE6-6939-C0B8-C4E6-82982566C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617" y="641535"/>
            <a:ext cx="9452754" cy="466908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AD1171-8CA9-E39B-A7B4-C6DCAF06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14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FB4609C-DD17-BBC3-E935-484C4C425DCF}"/>
              </a:ext>
            </a:extLst>
          </p:cNvPr>
          <p:cNvSpPr txBox="1"/>
          <p:nvPr/>
        </p:nvSpPr>
        <p:spPr>
          <a:xfrm>
            <a:off x="585696" y="5293135"/>
            <a:ext cx="11138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Suchinteresse „Flüchtlinge“ Peak (2015) - „Migration“ deutlich stabiler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Starke Veränderungen der öffentlichen Besorgnis treten vor allem in Jahren mit intensiver öffentlicher Debatte auf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Ereignisjahre (z.B. 2015) prägen Wahrnehmung überproportional</a:t>
            </a:r>
          </a:p>
        </p:txBody>
      </p:sp>
    </p:spTree>
    <p:extLst>
      <p:ext uri="{BB962C8B-B14F-4D97-AF65-F5344CB8AC3E}">
        <p14:creationId xmlns:p14="http://schemas.microsoft.com/office/powerpoint/2010/main" val="741916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19673A-B986-82A5-AF6C-DA5C3C13F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6153"/>
            <a:ext cx="11956026" cy="1325563"/>
          </a:xfrm>
        </p:spPr>
        <p:txBody>
          <a:bodyPr>
            <a:normAutofit/>
          </a:bodyPr>
          <a:lstStyle/>
          <a:p>
            <a:r>
              <a:rPr lang="de-DE" sz="4000" dirty="0"/>
              <a:t>Korrelation (</a:t>
            </a:r>
            <a:r>
              <a:rPr lang="el-GR" sz="4000" dirty="0"/>
              <a:t>α = 0.05)</a:t>
            </a:r>
            <a:endParaRPr lang="de-DE" sz="4000" dirty="0"/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09B89DE6-DE24-BE9B-72C7-C3948EB80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854489"/>
              </p:ext>
            </p:extLst>
          </p:nvPr>
        </p:nvGraphicFramePr>
        <p:xfrm>
          <a:off x="98322" y="957580"/>
          <a:ext cx="11353800" cy="4942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70760">
                  <a:extLst>
                    <a:ext uri="{9D8B030D-6E8A-4147-A177-3AD203B41FA5}">
                      <a16:colId xmlns:a16="http://schemas.microsoft.com/office/drawing/2014/main" val="2126677772"/>
                    </a:ext>
                  </a:extLst>
                </a:gridCol>
                <a:gridCol w="2270760">
                  <a:extLst>
                    <a:ext uri="{9D8B030D-6E8A-4147-A177-3AD203B41FA5}">
                      <a16:colId xmlns:a16="http://schemas.microsoft.com/office/drawing/2014/main" val="1808886163"/>
                    </a:ext>
                  </a:extLst>
                </a:gridCol>
                <a:gridCol w="2270760">
                  <a:extLst>
                    <a:ext uri="{9D8B030D-6E8A-4147-A177-3AD203B41FA5}">
                      <a16:colId xmlns:a16="http://schemas.microsoft.com/office/drawing/2014/main" val="2131894095"/>
                    </a:ext>
                  </a:extLst>
                </a:gridCol>
                <a:gridCol w="2270760">
                  <a:extLst>
                    <a:ext uri="{9D8B030D-6E8A-4147-A177-3AD203B41FA5}">
                      <a16:colId xmlns:a16="http://schemas.microsoft.com/office/drawing/2014/main" val="3448300233"/>
                    </a:ext>
                  </a:extLst>
                </a:gridCol>
                <a:gridCol w="2270760">
                  <a:extLst>
                    <a:ext uri="{9D8B030D-6E8A-4147-A177-3AD203B41FA5}">
                      <a16:colId xmlns:a16="http://schemas.microsoft.com/office/drawing/2014/main" val="884913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Variablenpaar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Korrelationsmaß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P-Wert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56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Meinungsprozentsatz ↔ Netto-Migrationsrate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Pearson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Moderat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&gt;0,05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 stabiler linearer Zusammenhang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4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Meinungsprozentsatz ↔ Suchinteresse „</a:t>
                      </a:r>
                      <a:r>
                        <a:rPr lang="de-DE" i="1" dirty="0"/>
                        <a:t>Migration“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Pearson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Moderater Zusammenhang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631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Meinungsprozentsatz ↔ Suchinteresse „</a:t>
                      </a:r>
                      <a:r>
                        <a:rPr lang="de-DE" i="1" dirty="0"/>
                        <a:t>Migration“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Spearman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Rangabhänig, nicht robust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650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Meinungsprozentsatz ↔ Suchinteresse „</a:t>
                      </a:r>
                      <a:r>
                        <a:rPr lang="de-DE" i="1" dirty="0"/>
                        <a:t>Flüchtlinge“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Pearson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&lt;0,001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Starker Zusammenhang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Meinungsprozentsatz ↔ Suchinteresse „</a:t>
                      </a:r>
                      <a:r>
                        <a:rPr lang="de-DE" i="1" dirty="0"/>
                        <a:t>Flüchtlinge“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Spearman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Stabil, nicht linear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975153"/>
                  </a:ext>
                </a:extLst>
              </a:tr>
            </a:tbl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9DD2B4-C0A5-55D4-BD65-17B2909A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42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F5CBB-7A18-040B-6764-483ABD1F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4000" dirty="0"/>
              <a:t>Methodische Einordnung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D72724-8ADC-28BB-8337-E81893120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Korrelation erlauben keine kausalen Schlussfolgerungen</a:t>
            </a:r>
          </a:p>
          <a:p>
            <a:r>
              <a:rPr lang="de-DE" sz="2400" dirty="0"/>
              <a:t>Zeitliche Anhäufung auf Jahrebene verdeckt kurzfristige Dynamiken</a:t>
            </a:r>
          </a:p>
          <a:p>
            <a:r>
              <a:rPr lang="de-DE" sz="2400" dirty="0"/>
              <a:t>Google Trends misst nur Aufmerksamkeit, nicht Einstellung oder Meinung</a:t>
            </a:r>
          </a:p>
          <a:p>
            <a:r>
              <a:rPr lang="de-DE" sz="2400" dirty="0"/>
              <a:t>Weiter Einflussfaktoren wie Medien, Politik, Ereignisse wurden nicht explizit modelliert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F7D3D2-7DFB-E524-F877-E287C2D1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2280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8709AA-6C2E-18F1-7604-088A418C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4000" dirty="0"/>
              <a:t>Gesamtinterpretation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9C722A-DD1F-5B01-3D3A-7ACE1A071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800" indent="0">
              <a:buNone/>
            </a:pPr>
            <a:r>
              <a:rPr lang="de-DE" sz="2400" dirty="0"/>
              <a:t>Diskursive Verschiebung in der Migrationsdebatte:</a:t>
            </a:r>
          </a:p>
          <a:p>
            <a:r>
              <a:rPr lang="de-DE" sz="2400" dirty="0"/>
              <a:t>Öffentliche Besorgnis ist nicht allein von der Höhe der Migration abhängig, sondern stark diskursiv geprägt</a:t>
            </a:r>
          </a:p>
          <a:p>
            <a:r>
              <a:rPr lang="de-DE" sz="2400" dirty="0"/>
              <a:t>Thematische Schwerpunkte in der öffentlichen Debatte verändern sich über die Zeit</a:t>
            </a:r>
          </a:p>
          <a:p>
            <a:r>
              <a:rPr lang="de-DE" sz="2400" dirty="0"/>
              <a:t>Das Auftreten neuer Begriffe (z. B. </a:t>
            </a:r>
            <a:r>
              <a:rPr lang="de-DE" sz="2400" i="1" dirty="0"/>
              <a:t>„Remigration“</a:t>
            </a:r>
            <a:r>
              <a:rPr lang="de-DE" sz="2400" dirty="0"/>
              <a:t>) weist auf eine zunehmende Politisierung des Migrationsthemas hin</a:t>
            </a:r>
          </a:p>
          <a:p>
            <a:r>
              <a:rPr lang="de-DE" sz="2400" dirty="0"/>
              <a:t>Verdeutlicht dass die Migration stärker und intensiver politisiert wird und auch stärkere öffentliche Aufmerksamkeit trifft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357ABD-AC94-C6DD-B183-F3D66840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733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F53C5-EBF3-7C4C-AF69-AC400E86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4000" dirty="0"/>
              <a:t>Fazit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ADB3B3-D74E-A2B4-5804-1ACF5A8AF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Migration und öffentliche Besorgnis verlaufen nicht proportional</a:t>
            </a:r>
          </a:p>
          <a:p>
            <a:r>
              <a:rPr lang="de-DE" sz="2400" dirty="0"/>
              <a:t>Ereignisjahre und mediale Aufmerksamkeit beeinflussen die Wahrnehmung maßgeblich</a:t>
            </a:r>
          </a:p>
          <a:p>
            <a:r>
              <a:rPr lang="de-DE" sz="2400" dirty="0"/>
              <a:t>Die Kombination mehrerer Datenquellen ermöglicht eine differenzierte Analyse gesellschaftlicher Wahrnehmung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7458F7-CFE9-1FC2-88BF-1C3E568D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7389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CD8CC-E41F-E5E5-EA82-4B06A81A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Quellen, Hilfsmittel und Programme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71461-4595-8DD6-0E23-9024C1F03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 err="1"/>
              <a:t>Canva</a:t>
            </a:r>
            <a:r>
              <a:rPr lang="de-DE" sz="2400" dirty="0"/>
              <a:t> – Kanban Board</a:t>
            </a:r>
          </a:p>
          <a:p>
            <a:r>
              <a:rPr lang="de-DE" sz="2400" dirty="0"/>
              <a:t>GitHub – Version Control</a:t>
            </a:r>
          </a:p>
          <a:p>
            <a:r>
              <a:rPr lang="de-DE" sz="2400" dirty="0"/>
              <a:t>Python / </a:t>
            </a:r>
            <a:r>
              <a:rPr lang="de-DE" sz="2400" dirty="0" err="1"/>
              <a:t>Jupyter</a:t>
            </a:r>
            <a:r>
              <a:rPr lang="de-DE" sz="2400" dirty="0"/>
              <a:t> – ETL, Analysis Notebook &amp; Grafiken</a:t>
            </a:r>
          </a:p>
          <a:p>
            <a:r>
              <a:rPr lang="de-DE" sz="2400" dirty="0"/>
              <a:t>ChatGPT – Generelle Rechtschreibhilfe &amp; Hilfe mit Python usw.</a:t>
            </a:r>
          </a:p>
          <a:p>
            <a:r>
              <a:rPr lang="de-DE" sz="2400" dirty="0"/>
              <a:t>Weitere &amp; genauere Infos zu Quellen benutzen Libraries und vieles mehr gibt es in unserem GitHub Repo: </a:t>
            </a:r>
            <a:r>
              <a:rPr lang="de-DE" sz="2400" dirty="0">
                <a:hlinkClick r:id="rId2"/>
              </a:rPr>
              <a:t>https://github.com/MaximilianLJ/DIS08-25-Team-7</a:t>
            </a:r>
            <a:r>
              <a:rPr lang="de-DE" sz="2400" dirty="0"/>
              <a:t> </a:t>
            </a:r>
          </a:p>
          <a:p>
            <a:pPr marL="1800" indent="0">
              <a:buNone/>
            </a:pP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FA601-D39C-5627-88D9-E6B673BC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845A-2916-4F5A-B10A-4A839C7CA639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061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 Köln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Widescreen</PresentationFormat>
  <Paragraphs>130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</vt:lpstr>
      <vt:lpstr>Migration und öffentliche Meinung in Deutschland (2010-2024) </vt:lpstr>
      <vt:lpstr>Motivation &amp; Hintergrund</vt:lpstr>
      <vt:lpstr>Arbeitsweise</vt:lpstr>
      <vt:lpstr>Exemplarisches Beispiel unseres Kanban Boards</vt:lpstr>
      <vt:lpstr>Vorteile &amp; Herausforderungen</vt:lpstr>
      <vt:lpstr>Learnings</vt:lpstr>
      <vt:lpstr>Forschungsfragen</vt:lpstr>
      <vt:lpstr>Daten &amp; Datenquellen</vt:lpstr>
      <vt:lpstr>Datenanreicherung &amp; Pipeline</vt:lpstr>
      <vt:lpstr>Ein Blick ins Dataset</vt:lpstr>
      <vt:lpstr>Ergebnisse RQ1: Nettomigration</vt:lpstr>
      <vt:lpstr>Ergebnisse RQ2: Öffentliche Besorgnis über Migration</vt:lpstr>
      <vt:lpstr>Ergebnisse RQ3: Der Zusammenhang</vt:lpstr>
      <vt:lpstr>Ergebnisse RQ4: Online Interesse</vt:lpstr>
      <vt:lpstr>Korrelation (α = 0.05)</vt:lpstr>
      <vt:lpstr>Methodische Einordnung</vt:lpstr>
      <vt:lpstr>Gesamtinterpretation</vt:lpstr>
      <vt:lpstr>Fazit</vt:lpstr>
      <vt:lpstr>Quellen, Hilfsmittel und Programme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Emirhan Hamit Eraslan (eeraslan)</dc:creator>
  <cp:lastModifiedBy>Maximilian Jäger</cp:lastModifiedBy>
  <cp:revision>7</cp:revision>
  <dcterms:created xsi:type="dcterms:W3CDTF">2026-01-14T11:19:59Z</dcterms:created>
  <dcterms:modified xsi:type="dcterms:W3CDTF">2026-01-19T00:44:42Z</dcterms:modified>
</cp:coreProperties>
</file>